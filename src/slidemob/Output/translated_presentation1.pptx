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37"/>
  </p:normalViewPr>
  <p:slideViewPr>
    <p:cSldViewPr snapToGrid="0">
      <p:cViewPr varScale="1">
        <p:scale>
          <a:sx n="101" d="100"/>
          <a:sy n="101" d="100"/>
        </p:scale>
        <p:origin x="9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5B0E3-0CAC-85A8-1D99-312C5985A6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56E456-BC29-4AB7-10A2-4D69CC6956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D53B8-4835-CD8E-B548-21A3EF819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129F6-AE93-C94E-A061-5A07A1EE1C50}" type="datetimeFigureOut">
              <a:rPr lang="en-GB" smtClean="0"/>
              <a:t>30/10/2024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5AD16D-8543-83FF-75C2-D0CB395B8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B7C81B-5CF9-9F93-75C7-130774130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44F4C-BE35-C24E-B880-5028A1EFB7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8813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C4EDD-D23D-6045-B5AC-2CFB40A66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AF441-9AB4-7824-3823-A5BE16C9F4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67175-53BC-2C1D-64FB-D8D38120F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129F6-AE93-C94E-A061-5A07A1EE1C50}" type="datetimeFigureOut">
              <a:rPr lang="en-GB" smtClean="0"/>
              <a:t>30/10/2024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786CE-51D6-D4B2-1BF4-DC88F4772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9903D-34F1-AE6A-5482-E8CC4DC9A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44F4C-BE35-C24E-B880-5028A1EFB7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7156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E7FB8-D76A-2374-E604-6D58D6869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680D1D-BA85-1F4D-6C02-98B31C9CFB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9C4D9F-CFC5-5733-270B-534453D7E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129F6-AE93-C94E-A061-5A07A1EE1C50}" type="datetimeFigureOut">
              <a:rPr lang="en-GB" smtClean="0"/>
              <a:t>30/10/2024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4E44A-D899-7613-8643-0756B47EC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46961-DF61-C1DD-A200-65BCCB166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44F4C-BE35-C24E-B880-5028A1EFB7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432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A95EC-27DC-09C8-DDD5-F2A2BB98D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04020-59A8-3B4A-EC94-77D755D715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B11F2F-6427-DC33-09AA-8F6F581829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C4072A-76EF-18FB-237F-FC3B63745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129F6-AE93-C94E-A061-5A07A1EE1C50}" type="datetimeFigureOut">
              <a:rPr lang="en-GB" smtClean="0"/>
              <a:t>30/10/2024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F5EEC7-AEDF-38B1-460F-317828FF6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243D82-414F-60E1-C86F-566F5577F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44F4C-BE35-C24E-B880-5028A1EFB7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9825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115AE-8D55-3CAF-8EE6-245793523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65E85C-B1A8-6AB7-F962-35E2AFB7B8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FDBFB-5A39-4E11-C56F-9B0AED934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30C125-D027-364B-5388-48B2BBAE05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CEFC7F-6CD4-4E45-F813-E6C3B0EB1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8616F7-0A6B-B0A4-9A6B-A549B7E98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129F6-AE93-C94E-A061-5A07A1EE1C50}" type="datetimeFigureOut">
              <a:rPr lang="en-GB" smtClean="0"/>
              <a:t>30/10/2024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145B75-7100-21FD-968E-D7D066485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BE6BC7-1341-E3E9-17D7-C5F508BA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44F4C-BE35-C24E-B880-5028A1EFB7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2145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D1E50-611C-9A7B-7F24-0E1CFE907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EA0384-830F-B004-8330-2B559C698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129F6-AE93-C94E-A061-5A07A1EE1C50}" type="datetimeFigureOut">
              <a:rPr lang="en-GB" smtClean="0"/>
              <a:t>30/10/2024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BBA734-822D-B58D-B34E-CE3C7F7B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D9B082-0B8F-A6E4-9798-ACD9F5262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44F4C-BE35-C24E-B880-5028A1EFB7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0557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397B43-3956-B5DE-60B2-69D7AA7AE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129F6-AE93-C94E-A061-5A07A1EE1C50}" type="datetimeFigureOut">
              <a:rPr lang="en-GB" smtClean="0"/>
              <a:t>30/10/2024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87114B-B19E-C389-27D9-1208988A4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F489E6-1393-A160-64A5-FF55811F1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44F4C-BE35-C24E-B880-5028A1EFB7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7072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FA961-2DE9-B2A8-DD9C-7274B5A66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BBF88-4C87-B5CA-F015-A0E39976E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04307D-AB67-F41A-A7F3-CF1568B6F6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07C3BB-6782-4FA8-9F67-2DD9A0ACE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129F6-AE93-C94E-A061-5A07A1EE1C50}" type="datetimeFigureOut">
              <a:rPr lang="en-GB" smtClean="0"/>
              <a:t>30/10/2024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5CF4C0-A7EA-A1C8-FBB8-D535CB0D8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47CAC4-7E5F-F9DC-E502-85637E580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44F4C-BE35-C24E-B880-5028A1EFB7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3451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34828-9EEC-E0A8-7F46-D423A50B3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011C8B-3313-67AB-5AF6-44A0EE8AF7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8A1F2D-26D0-2AB9-EE8A-FF1A6B3B04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727157-29FF-7E42-7554-D2384FB29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129F6-AE93-C94E-A061-5A07A1EE1C50}" type="datetimeFigureOut">
              <a:rPr lang="en-GB" smtClean="0"/>
              <a:t>30/10/2024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65A8DE-A431-41E5-FBFB-C4C8D2091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609784-0E0B-539D-7189-C1A4D94BD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44F4C-BE35-C24E-B880-5028A1EFB7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8799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E71D4-0F59-E725-7C01-90837D71F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0D3842-03B2-7D06-1A0A-9D551F91E7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66C02-1DBE-45C8-25E7-3FF1B53B9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129F6-AE93-C94E-A061-5A07A1EE1C50}" type="datetimeFigureOut">
              <a:rPr lang="en-GB" smtClean="0"/>
              <a:t>30/10/2024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29E17-8832-7CEC-F4CC-E156C3C4F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1FF7D-CBEF-38F2-EE42-A2A4CEAD4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44F4C-BE35-C24E-B880-5028A1EFB7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265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3E06E7-801F-D1AA-CF2F-71F428D2CE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9CC9C1-DD66-86E9-B1C5-D550C12B4B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5147D-2236-C1AD-367F-A5D2A70EC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129F6-AE93-C94E-A061-5A07A1EE1C50}" type="datetimeFigureOut">
              <a:rPr lang="en-GB" smtClean="0"/>
              <a:t>30/10/2024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0AA21-9C4D-2FFE-9FF7-2A2C09651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88967-01EB-E49A-0987-C0019CED8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44F4C-BE35-C24E-B880-5028A1EFB7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6122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9A94C539-C3EA-F8EA-2ECA-7A88D758590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03977886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7772400" imgH="10058400" progId="TCLayout.ActiveDocument.1">
                  <p:embed/>
                </p:oleObj>
              </mc:Choice>
              <mc:Fallback>
                <p:oleObj name="think-cell Slide" r:id="rId1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A5AF15-72A9-B774-B285-8778141E6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A697AE-77ED-A541-1179-19AD436F2D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18E84-A318-C1E6-88AA-51043230A4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8129F6-AE93-C94E-A061-5A07A1EE1C50}" type="datetimeFigureOut">
              <a:rPr lang="en-GB" smtClean="0"/>
              <a:t>30/10/2024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B7D5E-3C67-8787-05CF-7408A07CF5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43E1A-1595-6370-6449-4F34CC0B43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A44F4C-BE35-C24E-B880-5028A1EFB7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6620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powerpoint/2010/main" xmlns:ns5="http://schemas.openxmlformats.org/markup-compatibility/2006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ns2:creationId id="{24D02118-4716-7846-5BE1-E979A563C2D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ns4:modId val="357032474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ns5:AlternateContent>
              <ns5:Choice Requires="v">
                <p:oleObj name="think-cell Slide" r:id="rId3" imgW="7772400" imgH="10058400" progId="TCLayout.ActiveDocument.1">
                  <p:embed/>
                </p:oleObj>
              </ns5:Choice>
              <ns5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ns5:Fallback>
            </ns5:AlternateContent>
          </a:graphicData>
        </a:graphic>
      </p:graphicFrame>
      <p:sp>
        <p:nvSpPr>
          <p:cNvPr id="2" name="Title 1">
            <a:extLst>
              <a:ext uri="{FF2B5EF4-FFF2-40B4-BE49-F238E27FC236}">
                <ns2:creationId id="{692DB8B8-70DF-42F7-8C62-47C8F12E53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en-GB" dirty="0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ns2:creationId id="{4407AF7B-293A-2471-4E00-2E1451E3F1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As an editor, I'm unable to proceed without the actual text for the </a:t>
            </a:r>
            <a:r>
              <a:rPr lang="en-GB" dirty="0" err="1"/>
              <a:t>"Second textblock".</a:t>
            </a:r>
            <a:endParaRPr lang="en-GB" dirty="0"/>
          </a:p>
        </p:txBody>
      </p:sp>
    </p:spTree>
    <p:extLst>
      <p:ext uri="{BB962C8B-B14F-4D97-AF65-F5344CB8AC3E}">
        <ns4:creationId val="28317636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4="http://schemas.microsoft.com/office/powerpoint/2010/main" xmlns:ns5="http://schemas.openxmlformats.org/markup-compatibility/2006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ns2:creationId id="{1CE85068-82A7-045C-3197-3D87DEF636C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ns4:modId val="47349980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ns5:AlternateContent>
              <ns5:Choice Requires="v">
                <p:oleObj name="think-cell Slide" r:id="rId3" imgW="7772400" imgH="10058400" progId="TCLayout.ActiveDocument.1">
                  <p:embed/>
                </p:oleObj>
              </ns5:Choice>
              <ns5:Fallback>
                <p:oleObj name="think-cell Slide" r:id="rId3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ns5:Fallback>
            </ns5:AlternateContent>
          </a:graphicData>
        </a:graphic>
      </p:graphicFrame>
      <p:sp>
        <p:nvSpPr>
          <p:cNvPr id="2" name="Title 1">
            <a:extLst>
              <a:ext uri="{FF2B5EF4-FFF2-40B4-BE49-F238E27FC236}">
                <ns2:creationId id="{9FC81EFE-D6F1-01A8-AF4D-516442FA1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 dirty="0"/>
              <a:t>Title: Page Two</a:t>
            </a:r>
          </a:p>
        </p:txBody>
      </p:sp>
      <p:sp>
        <p:nvSpPr>
          <p:cNvPr id="3" name="Content Placeholder 2">
            <a:extLst>
              <a:ext uri="{FF2B5EF4-FFF2-40B4-BE49-F238E27FC236}">
                <ns2:creationId id="{68380FA3-BAF6-CE37-AC68-4AB4D28F4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708400" cy="4351338"/>
          </a:xfrm>
        </p:spPr>
        <p:txBody>
          <a:bodyPr/>
          <a:lstStyle/>
          <a:p>
            <a:r>
              <a:rPr lang="en-GB" dirty="0"/>
              <a:t>Without the specific text to improve, it's challenging to provide an accurate revision. Please provide the text that needs to be polished.</a:t>
            </a:r>
          </a:p>
          <a:p>
            <a:r>
              <a:rPr lang="en-GB" dirty="0"/>
              <a:t>As an editor, I need the text that requires improvement to provide a polished version. </a:t>
            </a:r>
            <a:r>
              <a:rPr lang="en-GB" dirty="0" err="1"/>
              <a:t>The instruction "Second bulletpoint entry" does not provide any context or content to edit.</a:t>
            </a:r>
            <a:r>
              <a:rPr lang="en-GB" dirty="0"/>
              <a:t> Please provide the text for editing.</a:t>
            </a:r>
          </a:p>
        </p:txBody>
      </p:sp>
      <p:sp>
        <p:nvSpPr>
          <p:cNvPr id="7" name="Content Placeholder 2">
            <a:extLst>
              <a:ext uri="{FF2B5EF4-FFF2-40B4-BE49-F238E27FC236}">
                <ns2:creationId id="{101D9173-7AEA-E661-00F4-37D83DA083CC}"/>
              </a:ext>
            </a:extLst>
          </p:cNvPr>
          <p:cNvSpPr txBox="1">
            <a:spLocks/>
          </p:cNvSpPr>
          <p:nvPr/>
        </p:nvSpPr>
        <p:spPr>
          <a:xfrm>
            <a:off x="5321302" y="1690688"/>
            <a:ext cx="3708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dirty="0"/>
              <a:t>Additional content in a different domain on page two</a:t>
            </a:r>
          </a:p>
        </p:txBody>
      </p:sp>
    </p:spTree>
    <p:extLst>
      <p:ext uri="{BB962C8B-B14F-4D97-AF65-F5344CB8AC3E}">
        <ns4:creationId val="1662596572"/>
      </p:ext>
    </p:extLst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ns2:creationId id="{71320BCE-9652-4F00-B90E-720B5B2BF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ns2:creationId id="{64CE7C85-7DEE-9306-C67A-061505718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Regardless of size, whether </a:t>
            </a:r>
            <a:r>
              <a:rPr lang="en-GB" b="1" dirty="0"/>
              <a:t>large</a:t>
            </a:r>
            <a:r>
              <a:rPr lang="en-GB" dirty="0"/>
              <a:t> small </a:t>
            </a:r>
            <a:r>
              <a:rPr lang="en-GB" dirty="0">
                <a:latin typeface="Verdana Pro" panose="020B0604030504040204" pitchFamily="34" charset="0"/>
              </a:rPr>
              <a:t>or </a:t>
            </a:r>
            <a:r>
              <a:rPr lang="en-GB" b="1" dirty="0">
                <a:latin typeface="Verdana Pro" panose="020B0604030504040204" pitchFamily="34" charset="0"/>
              </a:rPr>
              <a:t>large </a:t>
            </a:r>
            <a:r>
              <a:rPr lang="en-GB" dirty="0"/>
              <a:t>it's certain and consistent</a:t>
            </a:r>
          </a:p>
        </p:txBody>
      </p:sp>
    </p:spTree>
    <p:extLst>
      <p:ext uri="{BB962C8B-B14F-4D97-AF65-F5344CB8AC3E}">
        <ns3:creationId val="185553287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1122</TotalTime>
  <Words>43</Words>
  <Application>Microsoft Macintosh PowerPoint</Application>
  <PresentationFormat>Widescreen</PresentationFormat>
  <Paragraphs>7</Paragraphs>
  <Slides>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Verdana Pro</vt:lpstr>
      <vt:lpstr>Office Theme</vt:lpstr>
      <vt:lpstr>think-cell Slide</vt:lpstr>
      <vt:lpstr>This is the presentation title</vt:lpstr>
      <vt:lpstr>This is the title of the second page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 Werth</dc:creator>
  <cp:lastModifiedBy>Jan Werth</cp:lastModifiedBy>
  <cp:revision>6</cp:revision>
  <dcterms:created xsi:type="dcterms:W3CDTF">2024-10-30T14:38:33Z</dcterms:created>
  <dcterms:modified xsi:type="dcterms:W3CDTF">2024-10-31T09:21:00Z</dcterms:modified>
</cp:coreProperties>
</file>